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12"/>
  </p:notesMasterIdLst>
  <p:sldIdLst>
    <p:sldId id="2561" r:id="rId5"/>
    <p:sldId id="2562" r:id="rId6"/>
    <p:sldId id="2563" r:id="rId7"/>
    <p:sldId id="2564" r:id="rId8"/>
    <p:sldId id="2565" r:id="rId9"/>
    <p:sldId id="2566" r:id="rId10"/>
    <p:sldId id="25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sis Defense Presentation Structure" id="{C10EB5EC-93A3-4F37-9B4F-B3BADA0B1649}">
          <p14:sldIdLst>
            <p14:sldId id="2561"/>
          </p14:sldIdLst>
        </p14:section>
        <p14:section name="Thesis Defense Essentials" id="{7F24CFD3-A31D-4FDE-85D8-09EC156B4BF6}">
          <p14:sldIdLst>
            <p14:sldId id="2562"/>
            <p14:sldId id="2563"/>
            <p14:sldId id="2564"/>
            <p14:sldId id="2565"/>
            <p14:sldId id="2566"/>
            <p14:sldId id="256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DC9B4-CF13-4F6E-B747-A234A57C60A6}" v="10" dt="2026-01-11T06:16:39.096"/>
  </p1510:revLst>
</p1510:revInfo>
</file>

<file path=ppt/tableStyles.xml><?xml version="1.0" encoding="utf-8"?>
<a:tblStyleLst xmlns:a="http://schemas.openxmlformats.org/drawingml/2006/main" def="{5940675A-B579-460E-94D1-54222C63F5D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715"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575DC9B4-CF13-4F6E-B747-A234A57C60A6}"/>
    <pc:docChg chg="addSld delSld modSld addSection">
      <pc:chgData name="" userId="" providerId="" clId="Web-{575DC9B4-CF13-4F6E-B747-A234A57C60A6}" dt="2026-01-11T06:16:39.096" v="10" actId="34807"/>
      <pc:docMkLst>
        <pc:docMk/>
      </pc:docMkLst>
      <pc:sldChg chg="del">
        <pc:chgData name="" userId="" providerId="" clId="Web-{575DC9B4-CF13-4F6E-B747-A234A57C60A6}" dt="2026-01-11T06:16:39.033" v="0" actId="34807"/>
        <pc:sldMkLst>
          <pc:docMk/>
          <pc:sldMk cId="3058103547" sldId="261"/>
        </pc:sldMkLst>
      </pc:sldChg>
      <pc:sldChg chg="modSp add mod modClrScheme addAnim chgLayout">
        <pc:chgData name="" userId="" providerId="" clId="Web-{575DC9B4-CF13-4F6E-B747-A234A57C60A6}" dt="2026-01-11T06:16:39.096" v="4" actId="34807"/>
        <pc:sldMkLst>
          <pc:docMk/>
          <pc:sldMk cId="3802554211" sldId="2561"/>
        </pc:sldMkLst>
        <pc:spChg chg="mod">
          <ac:chgData name="" userId="" providerId="" clId="Web-{575DC9B4-CF13-4F6E-B747-A234A57C60A6}" dt="2026-01-11T06:16:39.080" v="1" actId="34807"/>
          <ac:spMkLst>
            <pc:docMk/>
            <pc:sldMk cId="3802554211" sldId="2561"/>
            <ac:spMk id="2" creationId="{0BE8AF72-7B69-756D-4205-DA6D0E9921D2}"/>
          </ac:spMkLst>
        </pc:spChg>
        <pc:spChg chg="mod">
          <ac:chgData name="" userId="" providerId="" clId="Web-{575DC9B4-CF13-4F6E-B747-A234A57C60A6}" dt="2026-01-11T06:16:39.080" v="1" actId="34807"/>
          <ac:spMkLst>
            <pc:docMk/>
            <pc:sldMk cId="3802554211" sldId="2561"/>
            <ac:spMk id="3" creationId="{A94CC845-4977-7F37-21BE-E7A163146A1F}"/>
          </ac:spMkLst>
        </pc:spChg>
        <pc:spChg chg="mod">
          <ac:chgData name="" userId="" providerId="" clId="Web-{575DC9B4-CF13-4F6E-B747-A234A57C60A6}" dt="2026-01-11T06:16:39.080" v="1" actId="34807"/>
          <ac:spMkLst>
            <pc:docMk/>
            <pc:sldMk cId="3802554211" sldId="2561"/>
            <ac:spMk id="4" creationId="{F42D4AFC-9199-A4D1-2504-E20081628896}"/>
          </ac:spMkLst>
        </pc:spChg>
        <pc:spChg chg="mod">
          <ac:chgData name="" userId="" providerId="" clId="Web-{575DC9B4-CF13-4F6E-B747-A234A57C60A6}" dt="2026-01-11T06:16:39.080" v="1" actId="34807"/>
          <ac:spMkLst>
            <pc:docMk/>
            <pc:sldMk cId="3802554211" sldId="2561"/>
            <ac:spMk id="5" creationId="{476C9373-FA91-AD91-CD9E-2DD612859F15}"/>
          </ac:spMkLst>
        </pc:spChg>
        <pc:spChg chg="mod">
          <ac:chgData name="" userId="" providerId="" clId="Web-{575DC9B4-CF13-4F6E-B747-A234A57C60A6}" dt="2026-01-11T06:16:39.080" v="1" actId="34807"/>
          <ac:spMkLst>
            <pc:docMk/>
            <pc:sldMk cId="3802554211" sldId="2561"/>
            <ac:spMk id="6" creationId="{989B1286-2183-99B0-D27B-1A5C7445B005}"/>
          </ac:spMkLst>
        </pc:spChg>
        <pc:picChg chg="mod ord">
          <ac:chgData name="" userId="" providerId="" clId="Web-{575DC9B4-CF13-4F6E-B747-A234A57C60A6}" dt="2026-01-11T06:16:39.080" v="1" actId="34807"/>
          <ac:picMkLst>
            <pc:docMk/>
            <pc:sldMk cId="3802554211" sldId="2561"/>
            <ac:picMk id="7" creationId="{A01658DF-8B91-4908-9BE0-1159955B3395}"/>
          </ac:picMkLst>
        </pc:picChg>
      </pc:sldChg>
      <pc:sldChg chg="modSp add mod modTransition modClrScheme addAnim chgLayout">
        <pc:chgData name="" userId="" providerId="" clId="Web-{575DC9B4-CF13-4F6E-B747-A234A57C60A6}" dt="2026-01-11T06:16:39.096" v="5" actId="34807"/>
        <pc:sldMkLst>
          <pc:docMk/>
          <pc:sldMk cId="726787521" sldId="2562"/>
        </pc:sldMkLst>
        <pc:spChg chg="mod">
          <ac:chgData name="" userId="" providerId="" clId="Web-{575DC9B4-CF13-4F6E-B747-A234A57C60A6}" dt="2026-01-11T06:16:39.080" v="1" actId="34807"/>
          <ac:spMkLst>
            <pc:docMk/>
            <pc:sldMk cId="726787521" sldId="2562"/>
            <ac:spMk id="2" creationId="{9222E755-F823-E1F7-6D5C-FBC26437F5CF}"/>
          </ac:spMkLst>
        </pc:spChg>
        <pc:spChg chg="mod">
          <ac:chgData name="" userId="" providerId="" clId="Web-{575DC9B4-CF13-4F6E-B747-A234A57C60A6}" dt="2026-01-11T06:16:39.080" v="1" actId="34807"/>
          <ac:spMkLst>
            <pc:docMk/>
            <pc:sldMk cId="726787521" sldId="2562"/>
            <ac:spMk id="4" creationId="{D0ADC846-0FDB-DF70-7629-F727088C0D03}"/>
          </ac:spMkLst>
        </pc:spChg>
        <pc:spChg chg="mod">
          <ac:chgData name="" userId="" providerId="" clId="Web-{575DC9B4-CF13-4F6E-B747-A234A57C60A6}" dt="2026-01-11T06:16:39.080" v="1" actId="34807"/>
          <ac:spMkLst>
            <pc:docMk/>
            <pc:sldMk cId="726787521" sldId="2562"/>
            <ac:spMk id="5" creationId="{FE3CBAB3-2472-351A-C2A8-9D8B3FF63D32}"/>
          </ac:spMkLst>
        </pc:spChg>
        <pc:spChg chg="mod">
          <ac:chgData name="" userId="" providerId="" clId="Web-{575DC9B4-CF13-4F6E-B747-A234A57C60A6}" dt="2026-01-11T06:16:39.080" v="1" actId="34807"/>
          <ac:spMkLst>
            <pc:docMk/>
            <pc:sldMk cId="726787521" sldId="2562"/>
            <ac:spMk id="6" creationId="{8365F636-135B-236E-B527-8672DB073764}"/>
          </ac:spMkLst>
        </pc:spChg>
      </pc:sldChg>
      <pc:sldChg chg="modSp add mod modTransition modClrScheme addAnim chgLayout">
        <pc:chgData name="" userId="" providerId="" clId="Web-{575DC9B4-CF13-4F6E-B747-A234A57C60A6}" dt="2026-01-11T06:16:39.096" v="6" actId="34807"/>
        <pc:sldMkLst>
          <pc:docMk/>
          <pc:sldMk cId="671665091" sldId="2563"/>
        </pc:sldMkLst>
        <pc:spChg chg="mod">
          <ac:chgData name="" userId="" providerId="" clId="Web-{575DC9B4-CF13-4F6E-B747-A234A57C60A6}" dt="2026-01-11T06:16:39.080" v="1" actId="34807"/>
          <ac:spMkLst>
            <pc:docMk/>
            <pc:sldMk cId="671665091" sldId="2563"/>
            <ac:spMk id="2" creationId="{92C85E48-3C2F-39D0-48CB-B80768E40236}"/>
          </ac:spMkLst>
        </pc:spChg>
        <pc:spChg chg="mod ord">
          <ac:chgData name="" userId="" providerId="" clId="Web-{575DC9B4-CF13-4F6E-B747-A234A57C60A6}" dt="2026-01-11T06:16:39.080" v="1" actId="34807"/>
          <ac:spMkLst>
            <pc:docMk/>
            <pc:sldMk cId="671665091" sldId="2563"/>
            <ac:spMk id="3" creationId="{1FA55FA6-0549-C714-6E66-6AC7476F6053}"/>
          </ac:spMkLst>
        </pc:spChg>
        <pc:spChg chg="mod">
          <ac:chgData name="" userId="" providerId="" clId="Web-{575DC9B4-CF13-4F6E-B747-A234A57C60A6}" dt="2026-01-11T06:16:39.080" v="1" actId="34807"/>
          <ac:spMkLst>
            <pc:docMk/>
            <pc:sldMk cId="671665091" sldId="2563"/>
            <ac:spMk id="5" creationId="{BE746659-EAA2-4A31-4E68-EF94C40C523E}"/>
          </ac:spMkLst>
        </pc:spChg>
        <pc:spChg chg="mod">
          <ac:chgData name="" userId="" providerId="" clId="Web-{575DC9B4-CF13-4F6E-B747-A234A57C60A6}" dt="2026-01-11T06:16:39.080" v="1" actId="34807"/>
          <ac:spMkLst>
            <pc:docMk/>
            <pc:sldMk cId="671665091" sldId="2563"/>
            <ac:spMk id="6" creationId="{E8EAD9C3-0FF1-AA62-B463-2D4408918903}"/>
          </ac:spMkLst>
        </pc:spChg>
        <pc:spChg chg="mod">
          <ac:chgData name="" userId="" providerId="" clId="Web-{575DC9B4-CF13-4F6E-B747-A234A57C60A6}" dt="2026-01-11T06:16:39.080" v="1" actId="34807"/>
          <ac:spMkLst>
            <pc:docMk/>
            <pc:sldMk cId="671665091" sldId="2563"/>
            <ac:spMk id="7" creationId="{65F57F92-A197-FD70-BEBE-8D640C14FCED}"/>
          </ac:spMkLst>
        </pc:spChg>
        <pc:picChg chg="mod">
          <ac:chgData name="" userId="" providerId="" clId="Web-{575DC9B4-CF13-4F6E-B747-A234A57C60A6}" dt="2026-01-11T06:16:39.080" v="1" actId="34807"/>
          <ac:picMkLst>
            <pc:docMk/>
            <pc:sldMk cId="671665091" sldId="2563"/>
            <ac:picMk id="8" creationId="{38A2E444-86E2-4126-A5B2-A114FC5CBDDD}"/>
          </ac:picMkLst>
        </pc:picChg>
      </pc:sldChg>
      <pc:sldChg chg="modSp add mod modTransition modClrScheme addAnim chgLayout">
        <pc:chgData name="" userId="" providerId="" clId="Web-{575DC9B4-CF13-4F6E-B747-A234A57C60A6}" dt="2026-01-11T06:16:39.096" v="7" actId="34807"/>
        <pc:sldMkLst>
          <pc:docMk/>
          <pc:sldMk cId="3570111406" sldId="2564"/>
        </pc:sldMkLst>
        <pc:spChg chg="mod">
          <ac:chgData name="" userId="" providerId="" clId="Web-{575DC9B4-CF13-4F6E-B747-A234A57C60A6}" dt="2026-01-11T06:16:39.080" v="1" actId="34807"/>
          <ac:spMkLst>
            <pc:docMk/>
            <pc:sldMk cId="3570111406" sldId="2564"/>
            <ac:spMk id="2" creationId="{196E757C-17F6-8E84-F9BB-EF27F5AB8327}"/>
          </ac:spMkLst>
        </pc:spChg>
        <pc:spChg chg="mod ord">
          <ac:chgData name="" userId="" providerId="" clId="Web-{575DC9B4-CF13-4F6E-B747-A234A57C60A6}" dt="2026-01-11T06:16:39.080" v="1" actId="34807"/>
          <ac:spMkLst>
            <pc:docMk/>
            <pc:sldMk cId="3570111406" sldId="2564"/>
            <ac:spMk id="3" creationId="{FEF87A62-F9EE-C8F4-C6F7-227D2F4757DD}"/>
          </ac:spMkLst>
        </pc:spChg>
        <pc:spChg chg="mod">
          <ac:chgData name="" userId="" providerId="" clId="Web-{575DC9B4-CF13-4F6E-B747-A234A57C60A6}" dt="2026-01-11T06:16:39.080" v="1" actId="34807"/>
          <ac:spMkLst>
            <pc:docMk/>
            <pc:sldMk cId="3570111406" sldId="2564"/>
            <ac:spMk id="5" creationId="{FD1910B1-A887-8FE3-4533-8DBDF0389533}"/>
          </ac:spMkLst>
        </pc:spChg>
        <pc:spChg chg="mod">
          <ac:chgData name="" userId="" providerId="" clId="Web-{575DC9B4-CF13-4F6E-B747-A234A57C60A6}" dt="2026-01-11T06:16:39.080" v="1" actId="34807"/>
          <ac:spMkLst>
            <pc:docMk/>
            <pc:sldMk cId="3570111406" sldId="2564"/>
            <ac:spMk id="6" creationId="{95233D4B-6711-A0A7-D613-27FFB6D7A07F}"/>
          </ac:spMkLst>
        </pc:spChg>
        <pc:spChg chg="mod">
          <ac:chgData name="" userId="" providerId="" clId="Web-{575DC9B4-CF13-4F6E-B747-A234A57C60A6}" dt="2026-01-11T06:16:39.080" v="1" actId="34807"/>
          <ac:spMkLst>
            <pc:docMk/>
            <pc:sldMk cId="3570111406" sldId="2564"/>
            <ac:spMk id="7" creationId="{F9E5000A-46F2-6099-E7A3-810A146187DB}"/>
          </ac:spMkLst>
        </pc:spChg>
        <pc:picChg chg="mod">
          <ac:chgData name="" userId="" providerId="" clId="Web-{575DC9B4-CF13-4F6E-B747-A234A57C60A6}" dt="2026-01-11T06:16:39.080" v="1" actId="34807"/>
          <ac:picMkLst>
            <pc:docMk/>
            <pc:sldMk cId="3570111406" sldId="2564"/>
            <ac:picMk id="8" creationId="{B6C901F2-5601-4584-9F55-C41D6638D232}"/>
          </ac:picMkLst>
        </pc:picChg>
      </pc:sldChg>
      <pc:sldChg chg="modSp add mod modTransition modClrScheme addAnim chgLayout">
        <pc:chgData name="" userId="" providerId="" clId="Web-{575DC9B4-CF13-4F6E-B747-A234A57C60A6}" dt="2026-01-11T06:16:39.096" v="8" actId="34807"/>
        <pc:sldMkLst>
          <pc:docMk/>
          <pc:sldMk cId="417706952" sldId="2565"/>
        </pc:sldMkLst>
        <pc:spChg chg="mod">
          <ac:chgData name="" userId="" providerId="" clId="Web-{575DC9B4-CF13-4F6E-B747-A234A57C60A6}" dt="2026-01-11T06:16:39.080" v="1" actId="34807"/>
          <ac:spMkLst>
            <pc:docMk/>
            <pc:sldMk cId="417706952" sldId="2565"/>
            <ac:spMk id="2" creationId="{3A94AD3B-346D-1A0A-48A4-57ABBE6F6ACA}"/>
          </ac:spMkLst>
        </pc:spChg>
        <pc:spChg chg="mod ord">
          <ac:chgData name="" userId="" providerId="" clId="Web-{575DC9B4-CF13-4F6E-B747-A234A57C60A6}" dt="2026-01-11T06:16:39.080" v="1" actId="34807"/>
          <ac:spMkLst>
            <pc:docMk/>
            <pc:sldMk cId="417706952" sldId="2565"/>
            <ac:spMk id="3" creationId="{59EA7A79-99E9-C286-CED5-585CB53C7DA7}"/>
          </ac:spMkLst>
        </pc:spChg>
        <pc:spChg chg="mod">
          <ac:chgData name="" userId="" providerId="" clId="Web-{575DC9B4-CF13-4F6E-B747-A234A57C60A6}" dt="2026-01-11T06:16:39.080" v="1" actId="34807"/>
          <ac:spMkLst>
            <pc:docMk/>
            <pc:sldMk cId="417706952" sldId="2565"/>
            <ac:spMk id="5" creationId="{7B8F4731-49A5-D7A0-9670-BE453D9760BB}"/>
          </ac:spMkLst>
        </pc:spChg>
        <pc:spChg chg="mod">
          <ac:chgData name="" userId="" providerId="" clId="Web-{575DC9B4-CF13-4F6E-B747-A234A57C60A6}" dt="2026-01-11T06:16:39.080" v="1" actId="34807"/>
          <ac:spMkLst>
            <pc:docMk/>
            <pc:sldMk cId="417706952" sldId="2565"/>
            <ac:spMk id="6" creationId="{3CF83ACD-838D-C26A-CB59-8B20375E0D66}"/>
          </ac:spMkLst>
        </pc:spChg>
        <pc:spChg chg="mod">
          <ac:chgData name="" userId="" providerId="" clId="Web-{575DC9B4-CF13-4F6E-B747-A234A57C60A6}" dt="2026-01-11T06:16:39.080" v="1" actId="34807"/>
          <ac:spMkLst>
            <pc:docMk/>
            <pc:sldMk cId="417706952" sldId="2565"/>
            <ac:spMk id="7" creationId="{39676942-DBCA-A33F-3041-147559B5A65F}"/>
          </ac:spMkLst>
        </pc:spChg>
        <pc:picChg chg="mod">
          <ac:chgData name="" userId="" providerId="" clId="Web-{575DC9B4-CF13-4F6E-B747-A234A57C60A6}" dt="2026-01-11T06:16:39.080" v="1" actId="34807"/>
          <ac:picMkLst>
            <pc:docMk/>
            <pc:sldMk cId="417706952" sldId="2565"/>
            <ac:picMk id="8" creationId="{DFDF53ED-8DB1-499E-AF67-B7C78C31B071}"/>
          </ac:picMkLst>
        </pc:picChg>
      </pc:sldChg>
      <pc:sldChg chg="modSp add mod modTransition modClrScheme addAnim chgLayout">
        <pc:chgData name="" userId="" providerId="" clId="Web-{575DC9B4-CF13-4F6E-B747-A234A57C60A6}" dt="2026-01-11T06:16:39.096" v="9" actId="34807"/>
        <pc:sldMkLst>
          <pc:docMk/>
          <pc:sldMk cId="4165403751" sldId="2566"/>
        </pc:sldMkLst>
        <pc:spChg chg="mod">
          <ac:chgData name="" userId="" providerId="" clId="Web-{575DC9B4-CF13-4F6E-B747-A234A57C60A6}" dt="2026-01-11T06:16:39.080" v="1" actId="34807"/>
          <ac:spMkLst>
            <pc:docMk/>
            <pc:sldMk cId="4165403751" sldId="2566"/>
            <ac:spMk id="2" creationId="{AE33387D-E001-16BA-28EC-420012D52B42}"/>
          </ac:spMkLst>
        </pc:spChg>
        <pc:spChg chg="mod ord">
          <ac:chgData name="" userId="" providerId="" clId="Web-{575DC9B4-CF13-4F6E-B747-A234A57C60A6}" dt="2026-01-11T06:16:39.080" v="1" actId="34807"/>
          <ac:spMkLst>
            <pc:docMk/>
            <pc:sldMk cId="4165403751" sldId="2566"/>
            <ac:spMk id="3" creationId="{C30FA1F1-CB6D-4BCA-E4C8-8C2F15F0B87D}"/>
          </ac:spMkLst>
        </pc:spChg>
        <pc:spChg chg="mod">
          <ac:chgData name="" userId="" providerId="" clId="Web-{575DC9B4-CF13-4F6E-B747-A234A57C60A6}" dt="2026-01-11T06:16:39.080" v="1" actId="34807"/>
          <ac:spMkLst>
            <pc:docMk/>
            <pc:sldMk cId="4165403751" sldId="2566"/>
            <ac:spMk id="5" creationId="{CFAABCF6-7688-2C08-3906-2300D7E10356}"/>
          </ac:spMkLst>
        </pc:spChg>
        <pc:spChg chg="mod">
          <ac:chgData name="" userId="" providerId="" clId="Web-{575DC9B4-CF13-4F6E-B747-A234A57C60A6}" dt="2026-01-11T06:16:39.080" v="1" actId="34807"/>
          <ac:spMkLst>
            <pc:docMk/>
            <pc:sldMk cId="4165403751" sldId="2566"/>
            <ac:spMk id="6" creationId="{B1571420-115A-21A7-357F-8D9B06D73F6E}"/>
          </ac:spMkLst>
        </pc:spChg>
        <pc:spChg chg="mod">
          <ac:chgData name="" userId="" providerId="" clId="Web-{575DC9B4-CF13-4F6E-B747-A234A57C60A6}" dt="2026-01-11T06:16:39.080" v="1" actId="34807"/>
          <ac:spMkLst>
            <pc:docMk/>
            <pc:sldMk cId="4165403751" sldId="2566"/>
            <ac:spMk id="7" creationId="{164F211E-EB1A-D786-B932-1721DD776BB6}"/>
          </ac:spMkLst>
        </pc:spChg>
        <pc:picChg chg="mod">
          <ac:chgData name="" userId="" providerId="" clId="Web-{575DC9B4-CF13-4F6E-B747-A234A57C60A6}" dt="2026-01-11T06:16:39.080" v="1" actId="34807"/>
          <ac:picMkLst>
            <pc:docMk/>
            <pc:sldMk cId="4165403751" sldId="2566"/>
            <ac:picMk id="8" creationId="{B5C299E0-174B-40E2-A6BB-DB82E3BD8209}"/>
          </ac:picMkLst>
        </pc:picChg>
      </pc:sldChg>
      <pc:sldChg chg="modSp add mod modTransition modClrScheme addAnim chgLayout">
        <pc:chgData name="" userId="" providerId="" clId="Web-{575DC9B4-CF13-4F6E-B747-A234A57C60A6}" dt="2026-01-11T06:16:39.096" v="10" actId="34807"/>
        <pc:sldMkLst>
          <pc:docMk/>
          <pc:sldMk cId="1260618582" sldId="2567"/>
        </pc:sldMkLst>
        <pc:spChg chg="mod">
          <ac:chgData name="" userId="" providerId="" clId="Web-{575DC9B4-CF13-4F6E-B747-A234A57C60A6}" dt="2026-01-11T06:16:39.080" v="1" actId="34807"/>
          <ac:spMkLst>
            <pc:docMk/>
            <pc:sldMk cId="1260618582" sldId="2567"/>
            <ac:spMk id="2" creationId="{E874646C-47BB-2F1E-3D91-6ABE4F444195}"/>
          </ac:spMkLst>
        </pc:spChg>
        <pc:spChg chg="mod ord">
          <ac:chgData name="" userId="" providerId="" clId="Web-{575DC9B4-CF13-4F6E-B747-A234A57C60A6}" dt="2026-01-11T06:16:39.080" v="1" actId="34807"/>
          <ac:spMkLst>
            <pc:docMk/>
            <pc:sldMk cId="1260618582" sldId="2567"/>
            <ac:spMk id="3" creationId="{4C31195F-D06F-E0C4-944B-734DE3439707}"/>
          </ac:spMkLst>
        </pc:spChg>
        <pc:spChg chg="mod">
          <ac:chgData name="" userId="" providerId="" clId="Web-{575DC9B4-CF13-4F6E-B747-A234A57C60A6}" dt="2026-01-11T06:16:39.080" v="1" actId="34807"/>
          <ac:spMkLst>
            <pc:docMk/>
            <pc:sldMk cId="1260618582" sldId="2567"/>
            <ac:spMk id="5" creationId="{8D6F87D6-0BEA-E082-9843-CDB3A4DC97F8}"/>
          </ac:spMkLst>
        </pc:spChg>
        <pc:spChg chg="mod">
          <ac:chgData name="" userId="" providerId="" clId="Web-{575DC9B4-CF13-4F6E-B747-A234A57C60A6}" dt="2026-01-11T06:16:39.080" v="1" actId="34807"/>
          <ac:spMkLst>
            <pc:docMk/>
            <pc:sldMk cId="1260618582" sldId="2567"/>
            <ac:spMk id="6" creationId="{20045A34-E169-04D7-2474-C11E0EC0D6A7}"/>
          </ac:spMkLst>
        </pc:spChg>
        <pc:spChg chg="mod">
          <ac:chgData name="" userId="" providerId="" clId="Web-{575DC9B4-CF13-4F6E-B747-A234A57C60A6}" dt="2026-01-11T06:16:39.080" v="1" actId="34807"/>
          <ac:spMkLst>
            <pc:docMk/>
            <pc:sldMk cId="1260618582" sldId="2567"/>
            <ac:spMk id="7" creationId="{04337ED6-5AE3-3151-BDD0-F104410E06F0}"/>
          </ac:spMkLst>
        </pc:spChg>
        <pc:picChg chg="mod ord">
          <ac:chgData name="" userId="" providerId="" clId="Web-{575DC9B4-CF13-4F6E-B747-A234A57C60A6}" dt="2026-01-11T06:16:39.080" v="1" actId="34807"/>
          <ac:picMkLst>
            <pc:docMk/>
            <pc:sldMk cId="1260618582" sldId="2567"/>
            <ac:picMk id="8" creationId="{BFD20315-628C-4A05-82E1-ECA0E4F10D1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7EF1B-3089-4752-BFCD-CDC3014626A0}" type="datetimeFigureOut">
              <a:rPr lang="en-US" smtClean="0"/>
              <a:t>1/10/2026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9F3FAF-CC6A-478D-BF6B-BD1EE87BC1BE}" type="slidenum">
              <a:rPr lang="en-US" smtClean="0"/>
              <a:t>‹#›</a:t>
            </a:fld>
            <a:endParaRPr lang="en-US" dirty="0"/>
          </a:p>
        </p:txBody>
      </p:sp>
    </p:spTree>
    <p:extLst>
      <p:ext uri="{BB962C8B-B14F-4D97-AF65-F5344CB8AC3E}">
        <p14:creationId xmlns:p14="http://schemas.microsoft.com/office/powerpoint/2010/main" val="1331218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29F3FAF-CC6A-478D-BF6B-BD1EE87BC1BE}" type="slidenum">
              <a:rPr lang="en-US" smtClean="0"/>
              <a:t>1</a:t>
            </a:fld>
            <a:endParaRPr lang="en-US" dirty="0"/>
          </a:p>
        </p:txBody>
      </p:sp>
    </p:spTree>
    <p:extLst>
      <p:ext uri="{BB962C8B-B14F-4D97-AF65-F5344CB8AC3E}">
        <p14:creationId xmlns:p14="http://schemas.microsoft.com/office/powerpoint/2010/main" val="2381491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and Introduction, Literature Review and Methodology, Implementation and Results, Discussion and Conclusion, References and Q&amp;A Preparation</a:t>
            </a:r>
          </a:p>
        </p:txBody>
      </p:sp>
      <p:sp>
        <p:nvSpPr>
          <p:cNvPr id="4" name="Slide Number Placeholder 3"/>
          <p:cNvSpPr>
            <a:spLocks noGrp="1"/>
          </p:cNvSpPr>
          <p:nvPr>
            <p:ph type="sldNum" sz="quarter" idx="5"/>
          </p:nvPr>
        </p:nvSpPr>
        <p:spPr/>
        <p:txBody>
          <a:bodyPr/>
          <a:lstStyle/>
          <a:p>
            <a:fld id="{E29F3FAF-CC6A-478D-BF6B-BD1EE87BC1BE}" type="slidenum">
              <a:rPr lang="en-US" smtClean="0"/>
              <a:t>2</a:t>
            </a:fld>
            <a:endParaRPr lang="en-US" dirty="0"/>
          </a:p>
        </p:txBody>
      </p:sp>
    </p:spTree>
    <p:extLst>
      <p:ext uri="{BB962C8B-B14F-4D97-AF65-F5344CB8AC3E}">
        <p14:creationId xmlns:p14="http://schemas.microsoft.com/office/powerpoint/2010/main" val="2942180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title slide serves as the formal entry point to your thesis defense, setting the tone for professionalism and clarity. It should include the project title, your full name, institutional affiliation, supervisor(s), committee members, and the date of the defense. This slide establishes credibility and provides context for the audience. Following the title slide, the introduction should clearly articulate the background and significance of your research topic. Begin by explaining why the subject matter is important, referencing real-world applications or societal needs. Next, present the problem statement, which identifies the gap or challenge your research addresses. This should be concise yet impactful, highlighting the relevance of your work. Additionally, outline the research objectives and questions or hypotheses that guided your study. These elements help the audience understand the scope and purpose of your project. Including a brief roadmap of the presentation at the end of the introduction can enhance clarity and prepare the audience for what follows. For example, you might say, “This presentation will cover the literature review, methodology, implementation, results, discussion, and conclusion.” By combining a well-structured title slide with a compelling introduction, you create a strong foundation for the rest of your defense, ensuring that your audience is engaged and informed from the outset.</a:t>
            </a:r>
          </a:p>
        </p:txBody>
      </p:sp>
      <p:sp>
        <p:nvSpPr>
          <p:cNvPr id="4" name="Slide Number Placeholder 3"/>
          <p:cNvSpPr>
            <a:spLocks noGrp="1"/>
          </p:cNvSpPr>
          <p:nvPr>
            <p:ph type="sldNum" sz="quarter" idx="5"/>
          </p:nvPr>
        </p:nvSpPr>
        <p:spPr/>
        <p:txBody>
          <a:bodyPr/>
          <a:lstStyle/>
          <a:p>
            <a:fld id="{E29F3FAF-CC6A-478D-BF6B-BD1EE87BC1BE}" type="slidenum">
              <a:rPr lang="en-US" smtClean="0"/>
              <a:t>3</a:t>
            </a:fld>
            <a:endParaRPr lang="en-US" dirty="0"/>
          </a:p>
        </p:txBody>
      </p:sp>
    </p:spTree>
    <p:extLst>
      <p:ext uri="{BB962C8B-B14F-4D97-AF65-F5344CB8AC3E}">
        <p14:creationId xmlns:p14="http://schemas.microsoft.com/office/powerpoint/2010/main" val="221701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literature review is a critical component of your thesis defense, as it demonstrates your understanding of existing research and situates your work within the broader academic context. Begin by summarizing key studies relevant to your topic, highlighting major findings, theories, and methodologies. Identify gaps or limitations in the current literature that your research aims to address. This establishes the originality and necessity of your work. Use visuals such as concept maps or comparison tables to make complex relationships clear. Transitioning to methodology, provide a detailed explanation of your research design, whether qualitative, quantitative, or mixed methods. Describe the data collection techniques employed, such as surveys, experiments, or archival analysis, and justify why these methods were appropriate for your objectives. Include information on sampling strategies, tools, and technologies used, such as statistical software or programming languages. Discuss any ethical considerations and how they were addressed. A strong methodology section should also explain how validity and reliability were ensured, for example through pilot testing or triangulation. By presenting a thorough literature review and a robust methodology, you demonstrate scholarly rigor and build confidence in the integrity of your research process.</a:t>
            </a:r>
          </a:p>
        </p:txBody>
      </p:sp>
      <p:sp>
        <p:nvSpPr>
          <p:cNvPr id="4" name="Slide Number Placeholder 3"/>
          <p:cNvSpPr>
            <a:spLocks noGrp="1"/>
          </p:cNvSpPr>
          <p:nvPr>
            <p:ph type="sldNum" sz="quarter" idx="5"/>
          </p:nvPr>
        </p:nvSpPr>
        <p:spPr/>
        <p:txBody>
          <a:bodyPr/>
          <a:lstStyle/>
          <a:p>
            <a:fld id="{E29F3FAF-CC6A-478D-BF6B-BD1EE87BC1BE}" type="slidenum">
              <a:rPr lang="en-US" smtClean="0"/>
              <a:t>4</a:t>
            </a:fld>
            <a:endParaRPr lang="en-US" dirty="0"/>
          </a:p>
        </p:txBody>
      </p:sp>
    </p:spTree>
    <p:extLst>
      <p:ext uri="{BB962C8B-B14F-4D97-AF65-F5344CB8AC3E}">
        <p14:creationId xmlns:p14="http://schemas.microsoft.com/office/powerpoint/2010/main" val="2640405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section of your thesis defense should detail how you executed your research plan, providing transparency and clarity. Begin by outlining the steps taken to operationalize your methodology, including timelines, phases, and any adjustments made during the process. If your project involved technical components, such as software development or experimental setups, include diagrams, flowcharts, or system architecture visuals to illustrate the structure and workflow. Highlight any challenges encountered and how they were resolved, as this demonstrates problem-solving skills and adaptability. Transitioning to results, present your key findings using clear and concise visuals such as graphs, charts, and tables. Ensure that each result directly relates to your research questions or hypotheses. Interpret the data rather than merely displaying it—explain what the numbers or patterns mean in the context of your study. For example, if your hypothesis was supported, discuss the implications and relevance. If unexpected outcomes occurred, address them honestly and provide possible explanations. Avoid overwhelming the audience with excessive detail; focus on the most significant results that advance your argument. By effectively combining implementation details with a well-structured presentation of results, you provide a comprehensive view of your research execution and outcomes.</a:t>
            </a:r>
          </a:p>
        </p:txBody>
      </p:sp>
      <p:sp>
        <p:nvSpPr>
          <p:cNvPr id="4" name="Slide Number Placeholder 3"/>
          <p:cNvSpPr>
            <a:spLocks noGrp="1"/>
          </p:cNvSpPr>
          <p:nvPr>
            <p:ph type="sldNum" sz="quarter" idx="5"/>
          </p:nvPr>
        </p:nvSpPr>
        <p:spPr/>
        <p:txBody>
          <a:bodyPr/>
          <a:lstStyle/>
          <a:p>
            <a:fld id="{E29F3FAF-CC6A-478D-BF6B-BD1EE87BC1BE}" type="slidenum">
              <a:rPr lang="en-US" smtClean="0"/>
              <a:t>5</a:t>
            </a:fld>
            <a:endParaRPr lang="en-US" dirty="0"/>
          </a:p>
        </p:txBody>
      </p:sp>
    </p:spTree>
    <p:extLst>
      <p:ext uri="{BB962C8B-B14F-4D97-AF65-F5344CB8AC3E}">
        <p14:creationId xmlns:p14="http://schemas.microsoft.com/office/powerpoint/2010/main" val="4062484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discussion section is where you interpret your findings and connect them to the broader research landscape. Begin by revisiting your research questions and explaining how your results address them. Compare your findings with those of previous studies, noting similarities, differences, and potential reasons for these patterns. Discuss the theoretical and practical implications of your work, such as contributions to academic knowledge or applications in industry. Address any limitations encountered during the study, such as sample size constraints or methodological challenges, and suggest how future research could overcome these issues. Transitioning to the conclusion, summarize the key contributions of your thesis in a concise manner. Reinforce the significance of your work and its potential impact on the field. Provide recommendations for future research directions, highlighting areas that warrant further investigation. If applicable, mention any publications or practical implementations resulting from your study. A strong discussion and conclusion not only demonstrate critical thinking but also leave the audience with a clear understanding of your research’s value and relevance. This section should inspire confidence in your work and set the stage for meaningful dialogue during the Q&amp;A session.</a:t>
            </a:r>
          </a:p>
        </p:txBody>
      </p:sp>
      <p:sp>
        <p:nvSpPr>
          <p:cNvPr id="4" name="Slide Number Placeholder 3"/>
          <p:cNvSpPr>
            <a:spLocks noGrp="1"/>
          </p:cNvSpPr>
          <p:nvPr>
            <p:ph type="sldNum" sz="quarter" idx="5"/>
          </p:nvPr>
        </p:nvSpPr>
        <p:spPr/>
        <p:txBody>
          <a:bodyPr/>
          <a:lstStyle/>
          <a:p>
            <a:fld id="{E29F3FAF-CC6A-478D-BF6B-BD1EE87BC1BE}" type="slidenum">
              <a:rPr lang="en-US" smtClean="0"/>
              <a:t>6</a:t>
            </a:fld>
            <a:endParaRPr lang="en-US" dirty="0"/>
          </a:p>
        </p:txBody>
      </p:sp>
    </p:spTree>
    <p:extLst>
      <p:ext uri="{BB962C8B-B14F-4D97-AF65-F5344CB8AC3E}">
        <p14:creationId xmlns:p14="http://schemas.microsoft.com/office/powerpoint/2010/main" val="1739480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references section of your thesis defense presentation underscores the academic integrity of your work. Ensure that all sources cited throughout your presentation are properly formatted according to the required style guide, such as APA, MLA, or IEEE. Including a comprehensive reference slide not only acknowledges the contributions of other scholars but also reinforces the credibility of your research. If your work has been published or presented at conferences, consider adding a brief mention of these achievements. Preparing for the Q&amp;A session is equally important, as it demonstrates your ability to defend your research under scrutiny. Anticipate potential questions from the committee by reviewing your methodology, results, and interpretations critically. Prepare concise, evidence-based responses that reflect a deep understanding of your topic. Practice explaining complex concepts in simple terms, as this skill is often tested during defenses. Additionally, be ready to discuss limitations and justify your choices, such as why you selected a particular sample size or analytical technique. Confidence and clarity during Q&amp;A can significantly influence the committee’s perception of your competence. By combining a thorough reference section with strategic Q&amp;A preparation, you conclude your defense on a strong and professional note.</a:t>
            </a:r>
          </a:p>
        </p:txBody>
      </p:sp>
      <p:sp>
        <p:nvSpPr>
          <p:cNvPr id="4" name="Slide Number Placeholder 3"/>
          <p:cNvSpPr>
            <a:spLocks noGrp="1"/>
          </p:cNvSpPr>
          <p:nvPr>
            <p:ph type="sldNum" sz="quarter" idx="5"/>
          </p:nvPr>
        </p:nvSpPr>
        <p:spPr/>
        <p:txBody>
          <a:bodyPr/>
          <a:lstStyle/>
          <a:p>
            <a:fld id="{E29F3FAF-CC6A-478D-BF6B-BD1EE87BC1BE}" type="slidenum">
              <a:rPr lang="en-US" smtClean="0"/>
              <a:t>7</a:t>
            </a:fld>
            <a:endParaRPr lang="en-US" dirty="0"/>
          </a:p>
        </p:txBody>
      </p:sp>
    </p:spTree>
    <p:extLst>
      <p:ext uri="{BB962C8B-B14F-4D97-AF65-F5344CB8AC3E}">
        <p14:creationId xmlns:p14="http://schemas.microsoft.com/office/powerpoint/2010/main" val="201813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1/10/2026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3442845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9971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1/10/2026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userDrawn="1"/>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31937050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dirty="0"/>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dirty="0"/>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userDrawn="1"/>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1/10/2026</a:t>
            </a:fld>
            <a:endParaRPr lang="en-US" dirty="0"/>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dirty="0"/>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410064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dirty="0"/>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1/10/2026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7763444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dirty="0"/>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1/10/2026</a:t>
            </a:fld>
            <a:endParaRPr lang="en-US" dirty="0"/>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7683680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userDrawn="1"/>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1/10/2026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18939923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1/10/2026</a:t>
            </a:fld>
            <a:endParaRPr lang="en-US" dirty="0"/>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5496010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739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178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1/10/2026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userDrawn="1"/>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4282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7140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1/10/2026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944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348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41962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674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userDrawn="1"/>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4378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99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endParaRPr lang="en-US" dirty="0"/>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1/10/2026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userDrawn="1"/>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233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1/10/2026</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dirty="0"/>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userDrawn="1"/>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69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1/10/2026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0459544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1/10/2026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151445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userDrawn="1"/>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1/10/2026</a:t>
            </a:fld>
            <a:endParaRPr lang="en-US" dirty="0"/>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4170001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userDrawn="1"/>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1/10/2026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621296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userDrawn="1"/>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1/10/2026</a:t>
            </a:fld>
            <a:endParaRPr lang="en-US" dirty="0"/>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409897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userDrawn="1"/>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1/10/2026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6118195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userDrawn="1"/>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1/10/2026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715171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userDrawn="1"/>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1/10/2026</a:t>
            </a:fld>
            <a:endParaRPr lang="en-US" dirty="0"/>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516201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dirty="0"/>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userDrawn="1"/>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1/10/2026</a:t>
            </a:fld>
            <a:endParaRPr lang="en-US" dirty="0"/>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071041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1/10/2026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646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1/10/2026</a:t>
            </a:fld>
            <a:endParaRPr lang="en-US" dirty="0"/>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9697166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1/10/2026</a:t>
            </a:fld>
            <a:endParaRPr lang="en-US" dirty="0"/>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userDrawn="1"/>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778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1/10/2026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userDrawn="1"/>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6841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1/10/2026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userDrawn="1"/>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1308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1/10/2026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46876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1/10/2026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dirty="0"/>
              <a:t> </a:t>
            </a:r>
          </a:p>
        </p:txBody>
      </p:sp>
    </p:spTree>
    <p:extLst>
      <p:ext uri="{BB962C8B-B14F-4D97-AF65-F5344CB8AC3E}">
        <p14:creationId xmlns:p14="http://schemas.microsoft.com/office/powerpoint/2010/main" val="24149277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dirty="0"/>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1/10/2026</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676624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452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38583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87608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dirty="0"/>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1/10/2026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Tree>
    <p:extLst>
      <p:ext uri="{BB962C8B-B14F-4D97-AF65-F5344CB8AC3E}">
        <p14:creationId xmlns:p14="http://schemas.microsoft.com/office/powerpoint/2010/main" val="38500377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1/10/2026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Tree>
    <p:extLst>
      <p:ext uri="{BB962C8B-B14F-4D97-AF65-F5344CB8AC3E}">
        <p14:creationId xmlns:p14="http://schemas.microsoft.com/office/powerpoint/2010/main" val="18730317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1/10/2026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281256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1/10/2026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3863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1/10/2026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823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dirty="0"/>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userDrawn="1"/>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069209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endParaRPr lang="en-US" dirty="0"/>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361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endParaRPr lang="en-US" dirty="0"/>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8895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1/10/2026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485909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1/10/2026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69193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1/10/2026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616618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1/10/2026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20420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1/10/2026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1745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1/10/2026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6886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1/10/2026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578669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334734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dirty="0"/>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1/10/2026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383068"/>
      </p:ext>
    </p:extLst>
  </p:cSld>
  <p:clrMap bg1="lt1" tx1="dk1" bg2="lt2" tx2="dk2" accent1="accent1" accent2="accent2" accent3="accent3" accent4="accent4" accent5="accent5" accent6="accent6" hlink="hlink" folHlink="folHlink"/>
  <p:sldLayoutIdLst>
    <p:sldLayoutId id="2147483764" r:id="rId1"/>
    <p:sldLayoutId id="2147483767" r:id="rId2"/>
    <p:sldLayoutId id="2147483762" r:id="rId3"/>
    <p:sldLayoutId id="2147483945" r:id="rId4"/>
    <p:sldLayoutId id="2147483936" r:id="rId5"/>
    <p:sldLayoutId id="2147483759" r:id="rId6"/>
    <p:sldLayoutId id="2147483760" r:id="rId7"/>
    <p:sldLayoutId id="2147483761" r:id="rId8"/>
    <p:sldLayoutId id="2147483765" r:id="rId9"/>
    <p:sldLayoutId id="2147483770" r:id="rId10"/>
    <p:sldLayoutId id="2147483953" r:id="rId11"/>
    <p:sldLayoutId id="2147483948" r:id="rId12"/>
    <p:sldLayoutId id="2147483954" r:id="rId13"/>
    <p:sldLayoutId id="2147483769" r:id="rId14"/>
    <p:sldLayoutId id="2147483944" r:id="rId15"/>
    <p:sldLayoutId id="2147483771" r:id="rId16"/>
    <p:sldLayoutId id="2147483772" r:id="rId17"/>
    <p:sldLayoutId id="2147483774" r:id="rId18"/>
    <p:sldLayoutId id="2147483949" r:id="rId19"/>
    <p:sldLayoutId id="2147483950" r:id="rId20"/>
    <p:sldLayoutId id="2147483775" r:id="rId21"/>
    <p:sldLayoutId id="2147483776" r:id="rId22"/>
    <p:sldLayoutId id="2147483777" r:id="rId23"/>
    <p:sldLayoutId id="2147483778" r:id="rId24"/>
    <p:sldLayoutId id="2147483779" r:id="rId25"/>
    <p:sldLayoutId id="2147483780" r:id="rId26"/>
    <p:sldLayoutId id="2147483782" r:id="rId27"/>
    <p:sldLayoutId id="2147483783" r:id="rId28"/>
    <p:sldLayoutId id="2147483784" r:id="rId29"/>
    <p:sldLayoutId id="2147483786" r:id="rId30"/>
    <p:sldLayoutId id="2147483787" r:id="rId31"/>
    <p:sldLayoutId id="2147483788" r:id="rId32"/>
    <p:sldLayoutId id="2147483789" r:id="rId33"/>
    <p:sldLayoutId id="2147483791" r:id="rId34"/>
    <p:sldLayoutId id="2147483947" r:id="rId35"/>
    <p:sldLayoutId id="2147483951" r:id="rId36"/>
    <p:sldLayoutId id="2147483952" r:id="rId37"/>
    <p:sldLayoutId id="2147483792" r:id="rId38"/>
    <p:sldLayoutId id="2147483793" r:id="rId39"/>
    <p:sldLayoutId id="2147483794" r:id="rId40"/>
    <p:sldLayoutId id="2147483941" r:id="rId41"/>
    <p:sldLayoutId id="2147483795" r:id="rId42"/>
    <p:sldLayoutId id="2147483796" r:id="rId43"/>
    <p:sldLayoutId id="2147483942" r:id="rId44"/>
    <p:sldLayoutId id="2147483943" r:id="rId45"/>
    <p:sldLayoutId id="2147483798" r:id="rId46"/>
    <p:sldLayoutId id="2147483799" r:id="rId47"/>
    <p:sldLayoutId id="2147483800" r:id="rId48"/>
    <p:sldLayoutId id="2147483801" r:id="rId49"/>
    <p:sldLayoutId id="2147483802" r:id="rId50"/>
    <p:sldLayoutId id="2147483803" r:id="rId51"/>
    <p:sldLayoutId id="2147483804" r:id="rId52"/>
    <p:sldLayoutId id="2147483805" r:id="rId53"/>
    <p:sldLayoutId id="2147483806" r:id="rId54"/>
    <p:sldLayoutId id="2147483807" r:id="rId55"/>
    <p:sldLayoutId id="2147483934"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AF72-7B69-756D-4205-DA6D0E9921D2}"/>
              </a:ext>
            </a:extLst>
          </p:cNvPr>
          <p:cNvSpPr>
            <a:spLocks noGrp="1"/>
          </p:cNvSpPr>
          <p:nvPr>
            <p:ph type="ctrTitle"/>
          </p:nvPr>
        </p:nvSpPr>
        <p:spPr>
          <a:xfrm>
            <a:off x="609600" y="5218032"/>
            <a:ext cx="10972800" cy="786384"/>
          </a:xfrm>
        </p:spPr>
        <p:txBody>
          <a:bodyPr anchor="b">
            <a:normAutofit/>
          </a:bodyPr>
          <a:lstStyle/>
          <a:p>
            <a:r>
              <a:rPr lang="en-US" sz="3700"/>
              <a:t>Thesis Defense Presentation Structure</a:t>
            </a:r>
          </a:p>
        </p:txBody>
      </p:sp>
      <p:sp>
        <p:nvSpPr>
          <p:cNvPr id="3" name="Subtitle 2">
            <a:extLst>
              <a:ext uri="{FF2B5EF4-FFF2-40B4-BE49-F238E27FC236}">
                <a16:creationId xmlns:a16="http://schemas.microsoft.com/office/drawing/2014/main" id="{A94CC845-4977-7F37-21BE-E7A163146A1F}"/>
              </a:ext>
            </a:extLst>
          </p:cNvPr>
          <p:cNvSpPr>
            <a:spLocks noGrp="1"/>
          </p:cNvSpPr>
          <p:nvPr>
            <p:ph type="subTitle" idx="1"/>
          </p:nvPr>
        </p:nvSpPr>
        <p:spPr>
          <a:xfrm>
            <a:off x="609600" y="5972629"/>
            <a:ext cx="10972800" cy="480373"/>
          </a:xfrm>
        </p:spPr>
        <p:txBody>
          <a:bodyPr anchor="t">
            <a:normAutofit/>
          </a:bodyPr>
          <a:lstStyle/>
          <a:p>
            <a:r>
              <a:rPr lang="en-US"/>
              <a:t>Organizing key points for a successful defense</a:t>
            </a:r>
          </a:p>
        </p:txBody>
      </p:sp>
      <p:pic>
        <p:nvPicPr>
          <p:cNvPr id="7" name="Picture 6" descr="Rear view of large group of unrecognizable business people. Isolated on white.">
            <a:extLst>
              <a:ext uri="{FF2B5EF4-FFF2-40B4-BE49-F238E27FC236}">
                <a16:creationId xmlns:a16="http://schemas.microsoft.com/office/drawing/2014/main" id="{A01658DF-8B91-4908-9BE0-1159955B3395}"/>
              </a:ext>
            </a:extLst>
          </p:cNvPr>
          <p:cNvPicPr>
            <a:picLocks noChangeAspect="1"/>
          </p:cNvPicPr>
          <p:nvPr/>
        </p:nvPicPr>
        <p:blipFill>
          <a:blip r:embed="rId3"/>
          <a:srcRect t="6878" b="31850"/>
          <a:stretch>
            <a:fillRect/>
          </a:stretch>
        </p:blipFill>
        <p:spPr>
          <a:xfrm>
            <a:off x="20" y="10"/>
            <a:ext cx="12191979" cy="4986415"/>
          </a:xfrm>
          <a:prstGeom prst="rect">
            <a:avLst/>
          </a:prstGeom>
        </p:spPr>
      </p:pic>
      <p:sp>
        <p:nvSpPr>
          <p:cNvPr id="4" name="Footer Placeholder 3">
            <a:extLst>
              <a:ext uri="{FF2B5EF4-FFF2-40B4-BE49-F238E27FC236}">
                <a16:creationId xmlns:a16="http://schemas.microsoft.com/office/drawing/2014/main" id="{F42D4AFC-9199-A4D1-2504-E20081628896}"/>
              </a:ext>
            </a:extLst>
          </p:cNvPr>
          <p:cNvSpPr>
            <a:spLocks noGrp="1"/>
          </p:cNvSpPr>
          <p:nvPr>
            <p:ph type="ftr" sz="quarter" idx="15"/>
          </p:nvPr>
        </p:nvSpPr>
        <p:spPr>
          <a:xfrm rot="16200000">
            <a:off x="-396119" y="5787191"/>
            <a:ext cx="1503444"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476C9373-FA91-AD91-CD9E-2DD612859F15}"/>
              </a:ext>
            </a:extLst>
          </p:cNvPr>
          <p:cNvSpPr>
            <a:spLocks noGrp="1"/>
          </p:cNvSpPr>
          <p:nvPr>
            <p:ph type="dt" sz="half" idx="14"/>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1/10/2026</a:t>
            </a:fld>
            <a:endParaRPr lang="en-US"/>
          </a:p>
        </p:txBody>
      </p:sp>
      <p:sp>
        <p:nvSpPr>
          <p:cNvPr id="6" name="Slide Number Placeholder 5">
            <a:extLst>
              <a:ext uri="{FF2B5EF4-FFF2-40B4-BE49-F238E27FC236}">
                <a16:creationId xmlns:a16="http://schemas.microsoft.com/office/drawing/2014/main" id="{989B1286-2183-99B0-D27B-1A5C7445B005}"/>
              </a:ext>
            </a:extLst>
          </p:cNvPr>
          <p:cNvSpPr>
            <a:spLocks noGrp="1"/>
          </p:cNvSpPr>
          <p:nvPr>
            <p:ph type="sldNum" sz="quarter" idx="16"/>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1</a:t>
            </a:fld>
            <a:endParaRPr lang="en-US"/>
          </a:p>
        </p:txBody>
      </p:sp>
    </p:spTree>
    <p:extLst>
      <p:ext uri="{BB962C8B-B14F-4D97-AF65-F5344CB8AC3E}">
        <p14:creationId xmlns:p14="http://schemas.microsoft.com/office/powerpoint/2010/main" val="380255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2E755-F823-E1F7-6D5C-FBC26437F5CF}"/>
              </a:ext>
            </a:extLst>
          </p:cNvPr>
          <p:cNvSpPr>
            <a:spLocks noGrp="1"/>
          </p:cNvSpPr>
          <p:nvPr>
            <p:ph type="title"/>
          </p:nvPr>
        </p:nvSpPr>
        <p:spPr>
          <a:xfrm>
            <a:off x="838200" y="859536"/>
            <a:ext cx="9546336" cy="3675885"/>
          </a:xfrm>
        </p:spPr>
        <p:txBody>
          <a:bodyPr anchor="t">
            <a:normAutofit/>
          </a:bodyPr>
          <a:lstStyle/>
          <a:p>
            <a:r>
              <a:rPr lang="en-US"/>
              <a:t>Thesis Defense Essentials</a:t>
            </a:r>
          </a:p>
        </p:txBody>
      </p:sp>
      <p:sp>
        <p:nvSpPr>
          <p:cNvPr id="4" name="Footer Placeholder 3">
            <a:extLst>
              <a:ext uri="{FF2B5EF4-FFF2-40B4-BE49-F238E27FC236}">
                <a16:creationId xmlns:a16="http://schemas.microsoft.com/office/drawing/2014/main" id="{D0ADC846-0FDB-DF70-7629-F727088C0D03}"/>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FE3CBAB3-2472-351A-C2A8-9D8B3FF63D32}"/>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1/10/2026</a:t>
            </a:fld>
            <a:endParaRPr lang="en-US"/>
          </a:p>
        </p:txBody>
      </p:sp>
      <p:sp>
        <p:nvSpPr>
          <p:cNvPr id="6" name="Slide Number Placeholder 5">
            <a:extLst>
              <a:ext uri="{FF2B5EF4-FFF2-40B4-BE49-F238E27FC236}">
                <a16:creationId xmlns:a16="http://schemas.microsoft.com/office/drawing/2014/main" id="{8365F636-135B-236E-B527-8672DB073764}"/>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2</a:t>
            </a:fld>
            <a:endParaRPr lang="en-US"/>
          </a:p>
        </p:txBody>
      </p:sp>
    </p:spTree>
    <p:extLst>
      <p:ext uri="{BB962C8B-B14F-4D97-AF65-F5344CB8AC3E}">
        <p14:creationId xmlns:p14="http://schemas.microsoft.com/office/powerpoint/2010/main" val="726787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5E48-3C2F-39D0-48CB-B80768E40236}"/>
              </a:ext>
            </a:extLst>
          </p:cNvPr>
          <p:cNvSpPr>
            <a:spLocks noGrp="1"/>
          </p:cNvSpPr>
          <p:nvPr>
            <p:ph type="title"/>
          </p:nvPr>
        </p:nvSpPr>
        <p:spPr>
          <a:xfrm>
            <a:off x="4480560" y="320040"/>
            <a:ext cx="6858000" cy="932688"/>
          </a:xfrm>
        </p:spPr>
        <p:txBody>
          <a:bodyPr anchor="b">
            <a:normAutofit/>
          </a:bodyPr>
          <a:lstStyle/>
          <a:p>
            <a:r>
              <a:rPr lang="en-US"/>
              <a:t>Title Slide and Introduction</a:t>
            </a:r>
          </a:p>
        </p:txBody>
      </p:sp>
      <p:pic>
        <p:nvPicPr>
          <p:cNvPr id="8" name="Content Placeholder 7" descr="Business man making a speech in front of audience at conference hall.">
            <a:extLst>
              <a:ext uri="{FF2B5EF4-FFF2-40B4-BE49-F238E27FC236}">
                <a16:creationId xmlns:a16="http://schemas.microsoft.com/office/drawing/2014/main" id="{38A2E444-86E2-4126-A5B2-A114FC5CBDDD}"/>
              </a:ext>
            </a:extLst>
          </p:cNvPr>
          <p:cNvPicPr>
            <a:picLocks noGrp="1" noChangeAspect="1"/>
          </p:cNvPicPr>
          <p:nvPr>
            <p:ph type="pic" sz="quarter" idx="13"/>
          </p:nvPr>
        </p:nvPicPr>
        <p:blipFill>
          <a:blip r:embed="rId3"/>
          <a:srcRect l="48171" r="18243" b="1"/>
          <a:stretch>
            <a:fillRect/>
          </a:stretch>
        </p:blipFill>
        <p:spPr>
          <a:xfrm>
            <a:off x="20" y="1"/>
            <a:ext cx="4023340" cy="6858000"/>
          </a:xfrm>
        </p:spPr>
      </p:pic>
      <p:sp>
        <p:nvSpPr>
          <p:cNvPr id="5" name="Content Placeholder 4">
            <a:extLst>
              <a:ext uri="{FF2B5EF4-FFF2-40B4-BE49-F238E27FC236}">
                <a16:creationId xmlns:a16="http://schemas.microsoft.com/office/drawing/2014/main" id="{BE746659-EAA2-4A31-4E68-EF94C40C52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Title Slide Essentials</a:t>
            </a:r>
          </a:p>
          <a:p>
            <a:pPr marL="0" lvl="1" indent="0">
              <a:buFont typeface="Arial" panose="020B0604020202020204" pitchFamily="34" charset="0"/>
              <a:buNone/>
            </a:pPr>
            <a:r>
              <a:rPr lang="en-US" sz="1400"/>
              <a:t>Include project title, your name, affiliation, supervisors, committee, and defense date to establish credibility.</a:t>
            </a:r>
          </a:p>
          <a:p>
            <a:pPr marL="0" indent="0">
              <a:spcBef>
                <a:spcPts val="2500"/>
              </a:spcBef>
              <a:buFont typeface="Arial" panose="020B0604020202020204" pitchFamily="34" charset="0"/>
              <a:buNone/>
            </a:pPr>
            <a:r>
              <a:rPr lang="en-US" sz="1400" b="1"/>
              <a:t>Research Background and Significance</a:t>
            </a:r>
          </a:p>
          <a:p>
            <a:pPr marL="0" lvl="1" indent="0">
              <a:buFont typeface="Arial" panose="020B0604020202020204" pitchFamily="34" charset="0"/>
              <a:buNone/>
            </a:pPr>
            <a:r>
              <a:rPr lang="en-US" sz="1400"/>
              <a:t>Clearly explain the importance of your research topic referencing real-world applications or societal needs.</a:t>
            </a:r>
          </a:p>
          <a:p>
            <a:pPr marL="0" indent="0">
              <a:spcBef>
                <a:spcPts val="2500"/>
              </a:spcBef>
              <a:buFont typeface="Arial" panose="020B0604020202020204" pitchFamily="34" charset="0"/>
              <a:buNone/>
            </a:pPr>
            <a:r>
              <a:rPr lang="en-US" sz="1400" b="1"/>
              <a:t>Problem Statement and Objectives</a:t>
            </a:r>
          </a:p>
          <a:p>
            <a:pPr marL="0" lvl="1" indent="0">
              <a:buFont typeface="Arial" panose="020B0604020202020204" pitchFamily="34" charset="0"/>
              <a:buNone/>
            </a:pPr>
            <a:r>
              <a:rPr lang="en-US" sz="1400"/>
              <a:t>Present the research gap or challenge and outline objectives and guiding questions or hypotheses.</a:t>
            </a:r>
          </a:p>
          <a:p>
            <a:pPr marL="0" indent="0">
              <a:spcBef>
                <a:spcPts val="2500"/>
              </a:spcBef>
              <a:buFont typeface="Arial" panose="020B0604020202020204" pitchFamily="34" charset="0"/>
              <a:buNone/>
            </a:pPr>
            <a:r>
              <a:rPr lang="en-US" sz="1400" b="1"/>
              <a:t>Presentation Roadmap</a:t>
            </a:r>
          </a:p>
          <a:p>
            <a:pPr marL="0" lvl="1" indent="0">
              <a:buFont typeface="Arial" panose="020B0604020202020204" pitchFamily="34" charset="0"/>
              <a:buNone/>
            </a:pPr>
            <a:r>
              <a:rPr lang="en-US" sz="1400"/>
              <a:t>Provide a clear outline of presentation sections to prepare the audience for the defense flow.</a:t>
            </a:r>
          </a:p>
        </p:txBody>
      </p:sp>
      <p:sp>
        <p:nvSpPr>
          <p:cNvPr id="6" name="Date Placeholder 5">
            <a:extLst>
              <a:ext uri="{FF2B5EF4-FFF2-40B4-BE49-F238E27FC236}">
                <a16:creationId xmlns:a16="http://schemas.microsoft.com/office/drawing/2014/main" id="{E8EAD9C3-0FF1-AA62-B463-2D4408918903}"/>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1/10/2026</a:t>
            </a:fld>
            <a:endParaRPr lang="en-US"/>
          </a:p>
        </p:txBody>
      </p:sp>
      <p:sp>
        <p:nvSpPr>
          <p:cNvPr id="3" name="Footer Placeholder 2">
            <a:extLst>
              <a:ext uri="{FF2B5EF4-FFF2-40B4-BE49-F238E27FC236}">
                <a16:creationId xmlns:a16="http://schemas.microsoft.com/office/drawing/2014/main" id="{1FA55FA6-0549-C714-6E66-6AC7476F6053}"/>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65F57F92-A197-FD70-BEBE-8D640C14FCED}"/>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671665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757C-17F6-8E84-F9BB-EF27F5AB8327}"/>
              </a:ext>
            </a:extLst>
          </p:cNvPr>
          <p:cNvSpPr>
            <a:spLocks noGrp="1"/>
          </p:cNvSpPr>
          <p:nvPr>
            <p:ph type="title"/>
          </p:nvPr>
        </p:nvSpPr>
        <p:spPr>
          <a:xfrm>
            <a:off x="7132320" y="584339"/>
            <a:ext cx="4361688" cy="1261714"/>
          </a:xfrm>
        </p:spPr>
        <p:txBody>
          <a:bodyPr anchor="b">
            <a:normAutofit/>
          </a:bodyPr>
          <a:lstStyle/>
          <a:p>
            <a:r>
              <a:rPr lang="en-US" sz="3000"/>
              <a:t>Literature Review and Methodology</a:t>
            </a:r>
          </a:p>
        </p:txBody>
      </p:sp>
      <p:pic>
        <p:nvPicPr>
          <p:cNvPr id="8" name="Content Placeholder 7" descr="Searching files and documents">
            <a:extLst>
              <a:ext uri="{FF2B5EF4-FFF2-40B4-BE49-F238E27FC236}">
                <a16:creationId xmlns:a16="http://schemas.microsoft.com/office/drawing/2014/main" id="{B6C901F2-5601-4584-9F55-C41D6638D232}"/>
              </a:ext>
            </a:extLst>
          </p:cNvPr>
          <p:cNvPicPr>
            <a:picLocks noGrp="1" noChangeAspect="1"/>
          </p:cNvPicPr>
          <p:nvPr>
            <p:ph type="pic" sz="quarter" idx="13"/>
          </p:nvPr>
        </p:nvPicPr>
        <p:blipFill>
          <a:blip r:embed="rId3"/>
          <a:srcRect l="9183" r="10561" b="2"/>
          <a:stretch>
            <a:fillRect/>
          </a:stretch>
        </p:blipFill>
        <p:spPr>
          <a:xfrm>
            <a:off x="20" y="10"/>
            <a:ext cx="6611489" cy="6857990"/>
          </a:xfrm>
        </p:spPr>
      </p:pic>
      <p:sp>
        <p:nvSpPr>
          <p:cNvPr id="5" name="Content Placeholder 4">
            <a:extLst>
              <a:ext uri="{FF2B5EF4-FFF2-40B4-BE49-F238E27FC236}">
                <a16:creationId xmlns:a16="http://schemas.microsoft.com/office/drawing/2014/main" id="{FD1910B1-A887-8FE3-4533-8DBDF038953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32320" y="1979463"/>
            <a:ext cx="4362450" cy="4329262"/>
          </a:xfrm>
        </p:spPr>
        <p:txBody>
          <a:bodyPr>
            <a:normAutofit/>
          </a:bodyPr>
          <a:lstStyle/>
          <a:p>
            <a:pPr marL="0" indent="0">
              <a:spcBef>
                <a:spcPts val="2500"/>
              </a:spcBef>
              <a:buFont typeface="Arial" panose="020B0604020202020204" pitchFamily="34" charset="0"/>
              <a:buNone/>
            </a:pPr>
            <a:r>
              <a:rPr lang="en-US" sz="1400" b="1"/>
              <a:t>Purpose of Literature Review</a:t>
            </a:r>
          </a:p>
          <a:p>
            <a:pPr marL="0" lvl="1" indent="0">
              <a:buFont typeface="Arial" panose="020B0604020202020204" pitchFamily="34" charset="0"/>
              <a:buNone/>
            </a:pPr>
            <a:r>
              <a:rPr lang="en-US" sz="1400"/>
              <a:t>Summarize key studies and highlight gaps to establish the originality and necessity of your research.</a:t>
            </a:r>
          </a:p>
          <a:p>
            <a:pPr marL="0" indent="0">
              <a:spcBef>
                <a:spcPts val="2500"/>
              </a:spcBef>
              <a:buFont typeface="Arial" panose="020B0604020202020204" pitchFamily="34" charset="0"/>
              <a:buNone/>
            </a:pPr>
            <a:r>
              <a:rPr lang="en-US" sz="1400" b="1"/>
              <a:t>Research Methodology Overview</a:t>
            </a:r>
          </a:p>
          <a:p>
            <a:pPr marL="0" lvl="1" indent="0">
              <a:buFont typeface="Arial" panose="020B0604020202020204" pitchFamily="34" charset="0"/>
              <a:buNone/>
            </a:pPr>
            <a:r>
              <a:rPr lang="en-US" sz="1400"/>
              <a:t>Explain research design and data collection methods tailored to your study’s objectives.</a:t>
            </a:r>
          </a:p>
          <a:p>
            <a:pPr marL="0" indent="0">
              <a:spcBef>
                <a:spcPts val="2500"/>
              </a:spcBef>
              <a:buFont typeface="Arial" panose="020B0604020202020204" pitchFamily="34" charset="0"/>
              <a:buNone/>
            </a:pPr>
            <a:r>
              <a:rPr lang="en-US" sz="1400" b="1"/>
              <a:t>Validity and Ethics</a:t>
            </a:r>
          </a:p>
          <a:p>
            <a:pPr marL="0" lvl="1" indent="0">
              <a:buFont typeface="Arial" panose="020B0604020202020204" pitchFamily="34" charset="0"/>
              <a:buNone/>
            </a:pPr>
            <a:r>
              <a:rPr lang="en-US" sz="1400"/>
              <a:t>Address ethical considerations and ensure validity and reliability through methods like pilot testing.</a:t>
            </a:r>
          </a:p>
        </p:txBody>
      </p:sp>
      <p:sp>
        <p:nvSpPr>
          <p:cNvPr id="6" name="Date Placeholder 5">
            <a:extLst>
              <a:ext uri="{FF2B5EF4-FFF2-40B4-BE49-F238E27FC236}">
                <a16:creationId xmlns:a16="http://schemas.microsoft.com/office/drawing/2014/main" id="{95233D4B-6711-A0A7-D613-27FFB6D7A07F}"/>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1/10/2026</a:t>
            </a:fld>
            <a:endParaRPr lang="en-US"/>
          </a:p>
        </p:txBody>
      </p:sp>
      <p:sp>
        <p:nvSpPr>
          <p:cNvPr id="3" name="Footer Placeholder 2">
            <a:extLst>
              <a:ext uri="{FF2B5EF4-FFF2-40B4-BE49-F238E27FC236}">
                <a16:creationId xmlns:a16="http://schemas.microsoft.com/office/drawing/2014/main" id="{FEF87A62-F9EE-C8F4-C6F7-227D2F4757DD}"/>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F9E5000A-46F2-6099-E7A3-810A146187DB}"/>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35701114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AD3B-346D-1A0A-48A4-57ABBE6F6ACA}"/>
              </a:ext>
            </a:extLst>
          </p:cNvPr>
          <p:cNvSpPr>
            <a:spLocks noGrp="1"/>
          </p:cNvSpPr>
          <p:nvPr>
            <p:ph type="title"/>
          </p:nvPr>
        </p:nvSpPr>
        <p:spPr>
          <a:xfrm>
            <a:off x="4480560" y="320040"/>
            <a:ext cx="6858000" cy="932688"/>
          </a:xfrm>
        </p:spPr>
        <p:txBody>
          <a:bodyPr anchor="b">
            <a:normAutofit/>
          </a:bodyPr>
          <a:lstStyle/>
          <a:p>
            <a:r>
              <a:rPr lang="en-US"/>
              <a:t>Implementation and Results</a:t>
            </a:r>
          </a:p>
        </p:txBody>
      </p:sp>
      <p:pic>
        <p:nvPicPr>
          <p:cNvPr id="8" name="Content Placeholder 7" descr="3d illustration">
            <a:extLst>
              <a:ext uri="{FF2B5EF4-FFF2-40B4-BE49-F238E27FC236}">
                <a16:creationId xmlns:a16="http://schemas.microsoft.com/office/drawing/2014/main" id="{DFDF53ED-8DB1-499E-AF67-B7C78C31B071}"/>
              </a:ext>
            </a:extLst>
          </p:cNvPr>
          <p:cNvPicPr>
            <a:picLocks noGrp="1" noChangeAspect="1"/>
          </p:cNvPicPr>
          <p:nvPr>
            <p:ph type="pic" sz="quarter" idx="13"/>
          </p:nvPr>
        </p:nvPicPr>
        <p:blipFill>
          <a:blip r:embed="rId3"/>
          <a:srcRect l="13560" r="27774"/>
          <a:stretch>
            <a:fillRect/>
          </a:stretch>
        </p:blipFill>
        <p:spPr>
          <a:xfrm>
            <a:off x="20" y="1"/>
            <a:ext cx="4023340" cy="6858000"/>
          </a:xfrm>
        </p:spPr>
      </p:pic>
      <p:sp>
        <p:nvSpPr>
          <p:cNvPr id="5" name="Content Placeholder 4">
            <a:extLst>
              <a:ext uri="{FF2B5EF4-FFF2-40B4-BE49-F238E27FC236}">
                <a16:creationId xmlns:a16="http://schemas.microsoft.com/office/drawing/2014/main" id="{7B8F4731-49A5-D7A0-9670-BE453D9760B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Research Implementation Overview</a:t>
            </a:r>
          </a:p>
          <a:p>
            <a:pPr marL="0" lvl="1" indent="0">
              <a:buFont typeface="Arial" panose="020B0604020202020204" pitchFamily="34" charset="0"/>
              <a:buNone/>
            </a:pPr>
            <a:r>
              <a:rPr lang="en-US" sz="1400"/>
              <a:t>Detail the steps and timelines used to operationalize your research methodology including any process adjustments.</a:t>
            </a:r>
          </a:p>
          <a:p>
            <a:pPr marL="0" indent="0">
              <a:spcBef>
                <a:spcPts val="2500"/>
              </a:spcBef>
              <a:buFont typeface="Arial" panose="020B0604020202020204" pitchFamily="34" charset="0"/>
              <a:buNone/>
            </a:pPr>
            <a:r>
              <a:rPr lang="en-US" sz="1400" b="1"/>
              <a:t>Technical Components Visualization</a:t>
            </a:r>
          </a:p>
          <a:p>
            <a:pPr marL="0" lvl="1" indent="0">
              <a:buFont typeface="Arial" panose="020B0604020202020204" pitchFamily="34" charset="0"/>
              <a:buNone/>
            </a:pPr>
            <a:r>
              <a:rPr lang="en-US" sz="1400"/>
              <a:t>Use diagrams or system architecture visuals to illustrate software development or experimental setups.</a:t>
            </a:r>
          </a:p>
          <a:p>
            <a:pPr marL="0" indent="0">
              <a:spcBef>
                <a:spcPts val="2500"/>
              </a:spcBef>
              <a:buFont typeface="Arial" panose="020B0604020202020204" pitchFamily="34" charset="0"/>
              <a:buNone/>
            </a:pPr>
            <a:r>
              <a:rPr lang="en-US" sz="1400" b="1"/>
              <a:t>Challenges and Solutions</a:t>
            </a:r>
          </a:p>
          <a:p>
            <a:pPr marL="0" lvl="1" indent="0">
              <a:buFont typeface="Arial" panose="020B0604020202020204" pitchFamily="34" charset="0"/>
              <a:buNone/>
            </a:pPr>
            <a:r>
              <a:rPr lang="en-US" sz="1400"/>
              <a:t>Highlight challenges faced during implementation and how they were resolved demonstrating adaptability.</a:t>
            </a:r>
          </a:p>
          <a:p>
            <a:pPr marL="0" indent="0">
              <a:spcBef>
                <a:spcPts val="2500"/>
              </a:spcBef>
              <a:buFont typeface="Arial" panose="020B0604020202020204" pitchFamily="34" charset="0"/>
              <a:buNone/>
            </a:pPr>
            <a:r>
              <a:rPr lang="en-US" sz="1400" b="1"/>
              <a:t>Results Presentation and Interpretation</a:t>
            </a:r>
          </a:p>
          <a:p>
            <a:pPr marL="0" lvl="1" indent="0">
              <a:buFont typeface="Arial" panose="020B0604020202020204" pitchFamily="34" charset="0"/>
              <a:buNone/>
            </a:pPr>
            <a:r>
              <a:rPr lang="en-US" sz="1400"/>
              <a:t>Present key findings with clear visuals and interpret data to explain significance and implications.</a:t>
            </a:r>
          </a:p>
        </p:txBody>
      </p:sp>
      <p:sp>
        <p:nvSpPr>
          <p:cNvPr id="6" name="Date Placeholder 5">
            <a:extLst>
              <a:ext uri="{FF2B5EF4-FFF2-40B4-BE49-F238E27FC236}">
                <a16:creationId xmlns:a16="http://schemas.microsoft.com/office/drawing/2014/main" id="{3CF83ACD-838D-C26A-CB59-8B20375E0D66}"/>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1/10/2026</a:t>
            </a:fld>
            <a:endParaRPr lang="en-US"/>
          </a:p>
        </p:txBody>
      </p:sp>
      <p:sp>
        <p:nvSpPr>
          <p:cNvPr id="3" name="Footer Placeholder 2">
            <a:extLst>
              <a:ext uri="{FF2B5EF4-FFF2-40B4-BE49-F238E27FC236}">
                <a16:creationId xmlns:a16="http://schemas.microsoft.com/office/drawing/2014/main" id="{59EA7A79-99E9-C286-CED5-585CB53C7DA7}"/>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39676942-DBCA-A33F-3041-147559B5A65F}"/>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Tree>
    <p:extLst>
      <p:ext uri="{BB962C8B-B14F-4D97-AF65-F5344CB8AC3E}">
        <p14:creationId xmlns:p14="http://schemas.microsoft.com/office/powerpoint/2010/main" val="417706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387D-E001-16BA-28EC-420012D52B42}"/>
              </a:ext>
            </a:extLst>
          </p:cNvPr>
          <p:cNvSpPr>
            <a:spLocks noGrp="1"/>
          </p:cNvSpPr>
          <p:nvPr>
            <p:ph type="title"/>
          </p:nvPr>
        </p:nvSpPr>
        <p:spPr>
          <a:xfrm>
            <a:off x="4480560" y="320040"/>
            <a:ext cx="6858000" cy="932688"/>
          </a:xfrm>
        </p:spPr>
        <p:txBody>
          <a:bodyPr anchor="b">
            <a:normAutofit/>
          </a:bodyPr>
          <a:lstStyle/>
          <a:p>
            <a:r>
              <a:rPr lang="en-US"/>
              <a:t>Discussion and Conclusion</a:t>
            </a:r>
          </a:p>
        </p:txBody>
      </p:sp>
      <p:pic>
        <p:nvPicPr>
          <p:cNvPr id="8" name="Content Placeholder 7" descr="A magnifying glass rests on top of a thick stack of bank statements. Photographed with a very shallow depth of field.">
            <a:extLst>
              <a:ext uri="{FF2B5EF4-FFF2-40B4-BE49-F238E27FC236}">
                <a16:creationId xmlns:a16="http://schemas.microsoft.com/office/drawing/2014/main" id="{B5C299E0-174B-40E2-A6BB-DB82E3BD8209}"/>
              </a:ext>
            </a:extLst>
          </p:cNvPr>
          <p:cNvPicPr>
            <a:picLocks noGrp="1" noChangeAspect="1"/>
          </p:cNvPicPr>
          <p:nvPr>
            <p:ph type="pic" sz="quarter" idx="13"/>
          </p:nvPr>
        </p:nvPicPr>
        <p:blipFill>
          <a:blip r:embed="rId3"/>
          <a:srcRect l="44344" r="16495" b="-2"/>
          <a:stretch>
            <a:fillRect/>
          </a:stretch>
        </p:blipFill>
        <p:spPr>
          <a:xfrm>
            <a:off x="20" y="1"/>
            <a:ext cx="4023340" cy="6858000"/>
          </a:xfrm>
        </p:spPr>
      </p:pic>
      <p:sp>
        <p:nvSpPr>
          <p:cNvPr id="5" name="Content Placeholder 4">
            <a:extLst>
              <a:ext uri="{FF2B5EF4-FFF2-40B4-BE49-F238E27FC236}">
                <a16:creationId xmlns:a16="http://schemas.microsoft.com/office/drawing/2014/main" id="{CFAABCF6-7688-2C08-3906-2300D7E1035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Interpretation of Findings</a:t>
            </a:r>
          </a:p>
          <a:p>
            <a:pPr marL="0" lvl="1" indent="0">
              <a:buFont typeface="Arial" panose="020B0604020202020204" pitchFamily="34" charset="0"/>
              <a:buNone/>
            </a:pPr>
            <a:r>
              <a:rPr lang="en-US" sz="1400"/>
              <a:t>Revisit research questions and explain how results address them within the broader research context.</a:t>
            </a:r>
          </a:p>
          <a:p>
            <a:pPr marL="0" indent="0">
              <a:spcBef>
                <a:spcPts val="2500"/>
              </a:spcBef>
              <a:buFont typeface="Arial" panose="020B0604020202020204" pitchFamily="34" charset="0"/>
              <a:buNone/>
            </a:pPr>
            <a:r>
              <a:rPr lang="en-US" sz="1400" b="1"/>
              <a:t>Implications and Limitations</a:t>
            </a:r>
          </a:p>
          <a:p>
            <a:pPr marL="0" lvl="1" indent="0">
              <a:buFont typeface="Arial" panose="020B0604020202020204" pitchFamily="34" charset="0"/>
              <a:buNone/>
            </a:pPr>
            <a:r>
              <a:rPr lang="en-US" sz="1400"/>
              <a:t>Discuss theoretical and practical implications, limitations of the study, and ways to overcome challenges.</a:t>
            </a:r>
          </a:p>
          <a:p>
            <a:pPr marL="0" indent="0">
              <a:spcBef>
                <a:spcPts val="2500"/>
              </a:spcBef>
              <a:buFont typeface="Arial" panose="020B0604020202020204" pitchFamily="34" charset="0"/>
              <a:buNone/>
            </a:pPr>
            <a:r>
              <a:rPr lang="en-US" sz="1400" b="1"/>
              <a:t>Summary and Recommendations</a:t>
            </a:r>
          </a:p>
          <a:p>
            <a:pPr marL="0" lvl="1" indent="0">
              <a:buFont typeface="Arial" panose="020B0604020202020204" pitchFamily="34" charset="0"/>
              <a:buNone/>
            </a:pPr>
            <a:r>
              <a:rPr lang="en-US" sz="1400"/>
              <a:t>Summarize key contributions, reinforce significance, and provide suggestions for future research.</a:t>
            </a:r>
          </a:p>
          <a:p>
            <a:pPr marL="0" indent="0">
              <a:spcBef>
                <a:spcPts val="2500"/>
              </a:spcBef>
              <a:buFont typeface="Arial" panose="020B0604020202020204" pitchFamily="34" charset="0"/>
              <a:buNone/>
            </a:pPr>
            <a:r>
              <a:rPr lang="en-US" sz="1400" b="1"/>
              <a:t>Engagement and Impact</a:t>
            </a:r>
          </a:p>
          <a:p>
            <a:pPr marL="0" lvl="1" indent="0">
              <a:buFont typeface="Arial" panose="020B0604020202020204" pitchFamily="34" charset="0"/>
              <a:buNone/>
            </a:pPr>
            <a:r>
              <a:rPr lang="en-US" sz="1400"/>
              <a:t>Highlight the importance of clear conclusions to inspire confidence and encourage meaningful dialogue.</a:t>
            </a:r>
          </a:p>
        </p:txBody>
      </p:sp>
      <p:sp>
        <p:nvSpPr>
          <p:cNvPr id="6" name="Date Placeholder 5">
            <a:extLst>
              <a:ext uri="{FF2B5EF4-FFF2-40B4-BE49-F238E27FC236}">
                <a16:creationId xmlns:a16="http://schemas.microsoft.com/office/drawing/2014/main" id="{B1571420-115A-21A7-357F-8D9B06D73F6E}"/>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1/10/2026</a:t>
            </a:fld>
            <a:endParaRPr lang="en-US"/>
          </a:p>
        </p:txBody>
      </p:sp>
      <p:sp>
        <p:nvSpPr>
          <p:cNvPr id="3" name="Footer Placeholder 2">
            <a:extLst>
              <a:ext uri="{FF2B5EF4-FFF2-40B4-BE49-F238E27FC236}">
                <a16:creationId xmlns:a16="http://schemas.microsoft.com/office/drawing/2014/main" id="{C30FA1F1-CB6D-4BCA-E4C8-8C2F15F0B87D}"/>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164F211E-EB1A-D786-B932-1721DD776BB6}"/>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41654037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4646C-47BB-2F1E-3D91-6ABE4F444195}"/>
              </a:ext>
            </a:extLst>
          </p:cNvPr>
          <p:cNvSpPr>
            <a:spLocks noGrp="1"/>
          </p:cNvSpPr>
          <p:nvPr>
            <p:ph type="title"/>
          </p:nvPr>
        </p:nvSpPr>
        <p:spPr>
          <a:xfrm>
            <a:off x="731520" y="320040"/>
            <a:ext cx="6858000" cy="932688"/>
          </a:xfrm>
        </p:spPr>
        <p:txBody>
          <a:bodyPr anchor="b">
            <a:normAutofit/>
          </a:bodyPr>
          <a:lstStyle/>
          <a:p>
            <a:r>
              <a:rPr lang="en-US" sz="3000"/>
              <a:t>References and Q&amp;A Preparation</a:t>
            </a:r>
          </a:p>
        </p:txBody>
      </p:sp>
      <p:sp>
        <p:nvSpPr>
          <p:cNvPr id="5" name="Content Placeholder 4">
            <a:extLst>
              <a:ext uri="{FF2B5EF4-FFF2-40B4-BE49-F238E27FC236}">
                <a16:creationId xmlns:a16="http://schemas.microsoft.com/office/drawing/2014/main" id="{8D6F87D6-0BEA-E082-9843-CDB3A4DC97F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983480"/>
          </a:xfrm>
        </p:spPr>
        <p:txBody>
          <a:bodyPr>
            <a:normAutofit/>
          </a:bodyPr>
          <a:lstStyle/>
          <a:p>
            <a:pPr marL="0" indent="0">
              <a:spcBef>
                <a:spcPts val="2500"/>
              </a:spcBef>
              <a:buFont typeface="Arial" panose="020B0604020202020204" pitchFamily="34" charset="0"/>
              <a:buNone/>
            </a:pPr>
            <a:r>
              <a:rPr lang="en-US" sz="1400" b="1"/>
              <a:t>Importance of References</a:t>
            </a:r>
          </a:p>
          <a:p>
            <a:pPr marL="0" lvl="1" indent="0">
              <a:buFont typeface="Arial" panose="020B0604020202020204" pitchFamily="34" charset="0"/>
              <a:buNone/>
            </a:pPr>
            <a:r>
              <a:rPr lang="en-US" sz="1400"/>
              <a:t>Properly formatted references show academic integrity and acknowledge other scholars' contributions effectively.</a:t>
            </a:r>
          </a:p>
          <a:p>
            <a:pPr marL="0" indent="0">
              <a:spcBef>
                <a:spcPts val="2500"/>
              </a:spcBef>
              <a:buFont typeface="Arial" panose="020B0604020202020204" pitchFamily="34" charset="0"/>
              <a:buNone/>
            </a:pPr>
            <a:r>
              <a:rPr lang="en-US" sz="1400" b="1"/>
              <a:t>Highlighting Achievements</a:t>
            </a:r>
          </a:p>
          <a:p>
            <a:pPr marL="0" lvl="1" indent="0">
              <a:buFont typeface="Arial" panose="020B0604020202020204" pitchFamily="34" charset="0"/>
              <a:buNone/>
            </a:pPr>
            <a:r>
              <a:rPr lang="en-US" sz="1400"/>
              <a:t>Mentioning publications or presentations adds credibility and showcases your research recognition.</a:t>
            </a:r>
          </a:p>
          <a:p>
            <a:pPr marL="0" indent="0">
              <a:spcBef>
                <a:spcPts val="2500"/>
              </a:spcBef>
              <a:buFont typeface="Arial" panose="020B0604020202020204" pitchFamily="34" charset="0"/>
              <a:buNone/>
            </a:pPr>
            <a:r>
              <a:rPr lang="en-US" sz="1400" b="1"/>
              <a:t>Q&amp;A Preparation</a:t>
            </a:r>
          </a:p>
          <a:p>
            <a:pPr marL="0" lvl="1" indent="0">
              <a:buFont typeface="Arial" panose="020B0604020202020204" pitchFamily="34" charset="0"/>
              <a:buNone/>
            </a:pPr>
            <a:r>
              <a:rPr lang="en-US" sz="1400"/>
              <a:t>Anticipate questions by reviewing key research areas and prepare clear, evidence-based responses confidently.</a:t>
            </a:r>
          </a:p>
          <a:p>
            <a:pPr marL="0" indent="0">
              <a:spcBef>
                <a:spcPts val="2500"/>
              </a:spcBef>
              <a:buFont typeface="Arial" panose="020B0604020202020204" pitchFamily="34" charset="0"/>
              <a:buNone/>
            </a:pPr>
            <a:r>
              <a:rPr lang="en-US" sz="1400" b="1"/>
              <a:t>Communicating Clearly</a:t>
            </a:r>
          </a:p>
          <a:p>
            <a:pPr marL="0" lvl="1" indent="0">
              <a:buFont typeface="Arial" panose="020B0604020202020204" pitchFamily="34" charset="0"/>
              <a:buNone/>
            </a:pPr>
            <a:r>
              <a:rPr lang="en-US" sz="1400"/>
              <a:t>Practice explaining complex concepts simply and justify research choices to improve committee perception.</a:t>
            </a:r>
          </a:p>
        </p:txBody>
      </p:sp>
      <p:pic>
        <p:nvPicPr>
          <p:cNvPr id="8" name="Content Placeholder 7" descr="Portrait of businessman holding papers in the office">
            <a:extLst>
              <a:ext uri="{FF2B5EF4-FFF2-40B4-BE49-F238E27FC236}">
                <a16:creationId xmlns:a16="http://schemas.microsoft.com/office/drawing/2014/main" id="{BFD20315-628C-4A05-82E1-ECA0E4F10D17}"/>
              </a:ext>
            </a:extLst>
          </p:cNvPr>
          <p:cNvPicPr>
            <a:picLocks noGrp="1" noChangeAspect="1"/>
          </p:cNvPicPr>
          <p:nvPr>
            <p:ph type="pic" sz="quarter" idx="13"/>
          </p:nvPr>
        </p:nvPicPr>
        <p:blipFill>
          <a:blip r:embed="rId3"/>
          <a:srcRect l="11493" r="48598" b="-1"/>
          <a:stretch>
            <a:fillRect/>
          </a:stretch>
        </p:blipFill>
        <p:spPr>
          <a:xfrm>
            <a:off x="8091732" y="10"/>
            <a:ext cx="4100267" cy="6857990"/>
          </a:xfrm>
        </p:spPr>
      </p:pic>
      <p:sp>
        <p:nvSpPr>
          <p:cNvPr id="6" name="Date Placeholder 5">
            <a:extLst>
              <a:ext uri="{FF2B5EF4-FFF2-40B4-BE49-F238E27FC236}">
                <a16:creationId xmlns:a16="http://schemas.microsoft.com/office/drawing/2014/main" id="{20045A34-E169-04D7-2474-C11E0EC0D6A7}"/>
              </a:ext>
            </a:extLst>
          </p:cNvPr>
          <p:cNvSpPr>
            <a:spLocks noGrp="1"/>
          </p:cNvSpPr>
          <p:nvPr>
            <p:ph type="dt" sz="half" idx="15"/>
          </p:nvPr>
        </p:nvSpPr>
        <p:spPr>
          <a:xfrm rot="5400000">
            <a:off x="-997745" y="4687095"/>
            <a:ext cx="2706690" cy="365125"/>
          </a:xfrm>
        </p:spPr>
        <p:txBody>
          <a:bodyPr anchor="ctr">
            <a:normAutofit/>
          </a:bodyPr>
          <a:lstStyle/>
          <a:p>
            <a:pPr>
              <a:spcAft>
                <a:spcPts val="600"/>
              </a:spcAft>
            </a:pPr>
            <a:fld id="{9E765B10-D26A-480A-9509-A9831C5E60D8}" type="datetime1">
              <a:rPr lang="en-US" smtClean="0"/>
              <a:pPr>
                <a:spcAft>
                  <a:spcPts val="600"/>
                </a:spcAft>
              </a:pPr>
              <a:t>1/10/2026</a:t>
            </a:fld>
            <a:endParaRPr lang="en-US"/>
          </a:p>
        </p:txBody>
      </p:sp>
      <p:sp>
        <p:nvSpPr>
          <p:cNvPr id="3" name="Footer Placeholder 2">
            <a:extLst>
              <a:ext uri="{FF2B5EF4-FFF2-40B4-BE49-F238E27FC236}">
                <a16:creationId xmlns:a16="http://schemas.microsoft.com/office/drawing/2014/main" id="{4C31195F-D06F-E0C4-944B-734DE3439707}"/>
              </a:ext>
            </a:extLst>
          </p:cNvPr>
          <p:cNvSpPr>
            <a:spLocks noGrp="1"/>
          </p:cNvSpPr>
          <p:nvPr>
            <p:ph type="ftr" sz="quarter" idx="16"/>
          </p:nvPr>
        </p:nvSpPr>
        <p:spPr>
          <a:xfrm rot="16200000">
            <a:off x="-1131161"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04337ED6-5AE3-3151-BDD0-F104410E06F0}"/>
              </a:ext>
            </a:extLst>
          </p:cNvPr>
          <p:cNvSpPr>
            <a:spLocks noGrp="1"/>
          </p:cNvSpPr>
          <p:nvPr>
            <p:ph type="sldNum" sz="quarter" idx="17"/>
          </p:nvPr>
        </p:nvSpPr>
        <p:spPr>
          <a:xfrm>
            <a:off x="51117" y="6356350"/>
            <a:ext cx="574620"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Tree>
    <p:extLst>
      <p:ext uri="{BB962C8B-B14F-4D97-AF65-F5344CB8AC3E}">
        <p14:creationId xmlns:p14="http://schemas.microsoft.com/office/powerpoint/2010/main" val="1260618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design_win32_LW_V6" id="{76702E1B-643C-41F6-B804-84CD1831FE1D}" vid="{80EAE0FA-13D9-49AC-87DC-C29A48A869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7086CA-2203-47FE-BEEA-0085B9A2603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484576-6FED-48EC-8561-A69AF722D2D1}">
  <ds:schemaRef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230e9df3-be65-4c73-a93b-d1236ebd677e"/>
    <ds:schemaRef ds:uri="16c05727-aa75-4e4a-9b5f-8a80a1165891"/>
    <ds:schemaRef ds:uri="http://purl.org/dc/terms/"/>
    <ds:schemaRef ds:uri="71af3243-3dd4-4a8d-8c0d-dd76da1f02a5"/>
    <ds:schemaRef ds:uri="http://schemas.microsoft.com/sharepoint/v3"/>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206D296-8D02-46EE-B1E6-63AA4461230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11</TotalTime>
  <Words>9</Words>
  <Application>Microsoft Office PowerPoint</Application>
  <PresentationFormat>Widescreen</PresentationFormat>
  <Paragraphs>5</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Archway</vt:lpstr>
      <vt:lpstr>Thesis Defense Presentation Structure</vt:lpstr>
      <vt:lpstr>Thesis Defense Essentials</vt:lpstr>
      <vt:lpstr>Title Slide and Introduction</vt:lpstr>
      <vt:lpstr>Literature Review and Methodology</vt:lpstr>
      <vt:lpstr>Implementation and Results</vt:lpstr>
      <vt:lpstr>Discussion and Conclusion</vt:lpstr>
      <vt:lpstr>References and Q&amp;A Preparation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2025-02-27T07:13:53Z</dcterms:created>
  <dcterms:modified xsi:type="dcterms:W3CDTF">2026-01-11T06:16:40Z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